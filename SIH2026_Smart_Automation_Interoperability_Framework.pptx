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970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000000"/>
                </a:solidFill>
                <a:latin typeface="Arial"/>
              </a:defRPr>
            </a:pP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[Enter PS ID]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165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– System Integration and Interoperability Among Government Digital Platforms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5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Theme – Smart Automation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5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PS Category – Software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5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Team ID – [Enter Team ID]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5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Team Name – [Enter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96413" y="0"/>
            <a:ext cx="9134168" cy="1143000"/>
          </a:xfrm>
        </p:spPr>
        <p:txBody>
          <a:bodyPr/>
          <a:lstStyle/>
          <a:p>
            <a:pPr algn="ctr"/>
            <a:r>
              <a:rPr sz="2500" b="1" dirty="0">
                <a:solidFill>
                  <a:srgbClr val="000000"/>
                </a:solidFill>
                <a:latin typeface="Arial"/>
              </a:rPr>
              <a:t>UNIVERSAL GOVERNMENT INTEROPERABILITY &amp; FEDERATED SERVICE DELIVERY FRAMEWORK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1681637"/>
            <a:ext cx="10972800" cy="430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Unified citizen-facing gateway connecting State &amp; Central digital services through one interoperability middleware.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Single SSO identity + JWT enables one login across participating portals and departments.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Interoperability Engine normalizes requests/responses into E-GOV-STD-INTEROP-2026.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Federated workflow coordinates multi-department processing while preserving existing systems.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0% document re-uploads by reusing consented, standardized data across services.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One tracking ID (GOV-2026-X8F9) provides end-to-end application visibility.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360° official view combines case status, dependencies, SLA timers and review queues.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Zero-replacement JSON↔SOAP adapters + SHA-256 MDM deduplication + post-quantum Kyber-1024 + AI chatbot.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73933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0" dirty="0">
                <a:solidFill>
                  <a:srgbClr val="000000"/>
                </a:solidFill>
                <a:latin typeface="Arial"/>
              </a:rPr>
              <a:t>[Enter 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4458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549112"/>
            <a:ext cx="10972800" cy="4316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7432" tIns="18288" rIns="27432" bIns="18288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400"/>
              </a:spcAft>
              <a:defRPr sz="152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Backend: Python Flask +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/SQLite +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PyJWT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Integration: REST Connectors + JSON↔XML/SOAP Legacy Adapters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Security: DPDP consent controls + SHA-256 MDM + BB84 QKD simulation + Kyber-1024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Automation: Async Event Bus + SMS/Email Alerts + SLA Dashboard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UI/AI: Bootstrap 5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Glassmorphic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+ Interactive AI Chatbot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Hardware: ESP32 IoT Telemetry Connector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METHODOLOGY / FLOW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SSO Login → JWT Identity → Data Standardization → MDM Check → Multi-Dept Workflow Engine → Async Events/Alerts → SLA Dashboard → Citizen Tracking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Legacy systems remain operational; adapters translate requests without replacing existing databases.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[Enter 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57136" y="1468785"/>
            <a:ext cx="10972800" cy="4572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7432" tIns="18288" rIns="27432" bIns="18288" anchor="t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 sz="15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Middleware overlay integrates with existing State/Central platforms; ZERO replacement of government databases.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Modular connectors support phased rollout across 28 States, 8 UTs and 10 service sectors.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API-first, standards-based architecture enables incremental adoption.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&amp; RISKS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Legacy API/protocol diversity and inconsistent data formats.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Privacy, cybersecurity and cross-department data-sharing risks.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Departmental approvals and inter-agency workflow bottlenecks.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OVERCOME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JSON↔SOAP XML transformers + configurable schema mappings.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DPDP consent checks, audit logs, least-privilege access and SHA-256 identifiers.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&lt;48h SLA warning timers, officer queues and escalation alerts for pending actions.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[Enter 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847088"/>
            <a:ext cx="10972800" cy="366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7432" tIns="18288" rIns="27432" bIns="18288" anchor="t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  <a:buClrTx/>
              <a:buSzTx/>
              <a:tabLst/>
              <a:defRPr sz="152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TARGET AUDIENCE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Citizens: one portal, one login, 0 re-uploads and live application/phone tracking.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Officials: single-window SLA analytics, unified review queue and 360° case visibility.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Departments: interoperable data exchange without immediate replacement of legacy systems.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Operational: faster cross-department coordination; projected 60% reduction in manual verification.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Social: transparent status tracking, consent-driven sharing and improved public trust.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Economic: reduces duplicate subsidy/welfare payouts and lowers processing overhead.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Scalable: reusable framework for 28 States + 8 UTs across 10 sectors.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[Enter 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847088"/>
            <a:ext cx="10972800" cy="3065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7432" tIns="18288" rIns="27432" bIns="18288" anchor="t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 sz="152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&amp;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India Enterprise Architecture (IndEA 2.0) Framework Guidelines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Personal Data Protection (DPDP) Act, 2023 — privacy, consent and data governance reference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 Sign-On (SSO) standards / government digital identity interoperability reference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Live GitHub Codebase: https://github.com/mepellireeta-wq/interoperability-framework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Standardized Schema Contract: E-GOV-STD-INTEROP-2026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520" b="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Prototype focus: federated service delivery, legacy integration, consent, MDM deduplication and SLA automation.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[Enter 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12EA45-4DB9-1B13-CA89-CF3A3A8C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1754D-19CE-A9C7-801D-FC6D13B8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1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7554</TotalTime>
  <Words>705</Words>
  <Application>Microsoft Office PowerPoint</Application>
  <PresentationFormat>Widescreen</PresentationFormat>
  <Paragraphs>83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UNIVERSAL GOVERNMENT INTEROPERABILITY &amp; FEDERATED SERVICE DELIVERY FRAMEWORK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Charitha M</cp:lastModifiedBy>
  <cp:revision>149</cp:revision>
  <dcterms:created xsi:type="dcterms:W3CDTF">2013-12-12T18:46:50Z</dcterms:created>
  <dcterms:modified xsi:type="dcterms:W3CDTF">2026-08-26T17:17:30Z</dcterms:modified>
  <cp:category/>
</cp:coreProperties>
</file>